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可信数据空间内核：mTLS 过程说明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围绕 gRPC + mTLS + 证书 CN=ConnectorID 绑定</a:t>
            </a:r>
          </a:p>
          <a:p>
            <a:r>
              <a:t>生成时间：2025-12-13 11:27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目标与边界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目标：让“只有持有内部 CA 签发证书的 Connector 才能连入内核”</a:t>
            </a:r>
          </a:p>
          <a:p>
            <a:pPr/>
            <a:r>
              <a:t>传输层：TLS 1.3 + 双向证书验证（mTLS）</a:t>
            </a:r>
          </a:p>
          <a:p>
            <a:pPr/>
            <a:r>
              <a:t>应用层：从证书 CN 提取 connector_id，并与请求体中的 ID 做一致性校验</a:t>
            </a:r>
          </a:p>
          <a:p>
            <a:pPr/>
            <a:r>
              <a:t>不做密码/账号登录；身份由证书体系与 CA 信任链完成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证书体系（谁签发谁验证）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CA（根证书，自签）：Trusted Data Space Internal CA</a:t>
            </a:r>
          </a:p>
          <a:p>
            <a:pPr/>
            <a:r>
              <a:t>Kernel 证书：CN=trusted-data-space-kernel（服务端证书）</a:t>
            </a:r>
          </a:p>
          <a:p>
            <a:pPr/>
            <a:r>
              <a:t>Connector 证书：CN=connector-A / connector-B ...（客户端证书）</a:t>
            </a:r>
          </a:p>
          <a:p>
            <a:pPr/>
            <a:r>
              <a:t>双方都用 ca.crt 作为信任根：验证对端证书是否由 CA 签发且未过期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证书生成（测试环境）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Windows：scripts/gen_certs.ps1（依赖 OpenSSL）</a:t>
            </a:r>
          </a:p>
          <a:p>
            <a:pPr/>
            <a:r>
              <a:t>输出：certs/ca.crt、certs/kernel.crt|key、certs/connector-*.crt|key</a:t>
            </a:r>
          </a:p>
          <a:p>
            <a:pPr/>
            <a:r>
              <a:t>kernel.ext 里包含 SAN：DNS=trusted-data-space-kernel、localhost、IP=127.0.0.1</a:t>
            </a:r>
          </a:p>
          <a:p>
            <a:pPr/>
            <a:r>
              <a:t>生产建议：使用正式 PKI、证书轮换、CRL/OCSP、私钥保护（HSM/KeyVault）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mTLS 配置（代码位置）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Kernel (Server)</a:t>
            </a:r>
          </a:p>
          <a:p>
            <a:pPr lvl="1"/>
            <a:r>
              <a:t>kernel/security/mtls.go: NewServerTLSConfig</a:t>
            </a:r>
          </a:p>
          <a:p>
            <a:pPr lvl="1"/>
            <a:r>
              <a:t>ClientAuth = tls.RequireAndVerifyClientCert（强制客户端证书）</a:t>
            </a:r>
          </a:p>
          <a:p>
            <a:pPr lvl="1"/>
            <a:r>
              <a:t>ClientCAs = caCertPool（用 CA 验证客户端证书）</a:t>
            </a:r>
          </a:p>
          <a:p>
            <a:pPr lvl="1"/>
            <a:r>
              <a:t>Certificates = kernel.crt+kernel.key（服务端证书）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Connector (Client)</a:t>
            </a:r>
          </a:p>
          <a:p>
            <a:pPr lvl="1"/>
            <a:r>
              <a:t>connector/client/tls.go: loadTLSConfig</a:t>
            </a:r>
          </a:p>
          <a:p>
            <a:pPr lvl="1"/>
            <a:r>
              <a:t>RootCAs = caCertPool（用 CA 验证服务端证书）</a:t>
            </a:r>
          </a:p>
          <a:p>
            <a:pPr lvl="1"/>
            <a:r>
              <a:t>Certificates = connector-*.crt+key（客户端证书）</a:t>
            </a:r>
          </a:p>
          <a:p>
            <a:pPr lvl="1"/>
            <a:r>
              <a:t>ServerName = trusted-data-space-kernel（校验服务端证书身份）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连接建立（传输层 TLS 握手）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Connector: Dial gRPC（携带 client cert）</a:t>
            </a:r>
          </a:p>
          <a:p>
            <a:pPr/>
            <a:r>
              <a:t>Kernel: 返回 server cert + 要求 client cert</a:t>
            </a:r>
          </a:p>
          <a:p>
            <a:pPr/>
            <a:r>
              <a:t>Connector: 校验 server cert：由 ca.crt 签发 + ServerName 匹配 + 未过期</a:t>
            </a:r>
          </a:p>
          <a:p>
            <a:pPr/>
            <a:r>
              <a:t>Kernel: 校验 client cert：由 ca.crt 签发 + 未过期 + 可用的用途(ExtKeyUsage)</a:t>
            </a:r>
          </a:p>
          <a:p>
            <a:pPr/>
            <a:r>
              <a:t>双方: TLS 1.3 安全通道建立完成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身份绑定（应用层：证书 CN -&gt; connector_id）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Kernel: 从 gRPC context 取 peer.AuthInfo(TLSInfo)</a:t>
            </a:r>
          </a:p>
          <a:p>
            <a:pPr/>
            <a:r>
              <a:t>Kernel: 取 VerifiedChains[0][0].Subject.CommonName =&gt; connector_id</a:t>
            </a:r>
          </a:p>
          <a:p>
            <a:pPr/>
            <a:r>
              <a:t>Kernel: 校验请求体中的 connector_id / sender_id 必须等于证书 CN</a:t>
            </a:r>
          </a:p>
          <a:p>
            <a:pPr/>
            <a:r>
              <a:t>Kernel: Handshake 成功后写入 Registry（online + heartbeat）并记录存证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项目内关键点（为什么安全）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未持证实体：在 TCP/TLS 层就无法建立连接（天然屏蔽非法访问）</a:t>
            </a:r>
          </a:p>
          <a:p>
            <a:pPr/>
            <a:r>
              <a:t>证书 CN 与请求 ID 强绑定：防止“拿着别人的证书冒充某个 connector_id”</a:t>
            </a:r>
          </a:p>
          <a:p>
            <a:pPr/>
            <a:r>
              <a:t>mTLS 只解决身份与链路加密：业务 payload 可以继续端到端加密，内核仅中转</a:t>
            </a:r>
          </a:p>
          <a:p>
            <a:pPr/>
            <a:r>
              <a:t>所有关键行为写入 AuditLog：可追溯、可审计（链式哈希）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常见故障排查（Checklist）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证书不受信任：确认双方都加载了同一份 ca.crt</a:t>
            </a:r>
          </a:p>
          <a:p>
            <a:pPr/>
            <a:r>
              <a:t>ServerName 不匹配：connector 配置 server_name 必须与 kernel 证书 CN/SAN 匹配</a:t>
            </a:r>
          </a:p>
          <a:p>
            <a:pPr/>
            <a:r>
              <a:t>证书过期/用途不对：ExtKeyUsage 必须包含 clientAuth/serverAuth</a:t>
            </a:r>
          </a:p>
          <a:p>
            <a:pPr/>
            <a:r>
              <a:t>时间不同步导致校验失败：检查系统时间与时区</a:t>
            </a:r>
          </a:p>
          <a:p>
            <a:pPr/>
            <a:r>
              <a:t>端口/防火墙：确认 kernel 监听地址与端口可达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下一步（可选增强）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证书吊销：CRL/OCSP + 内核侧动态 Reload</a:t>
            </a:r>
          </a:p>
          <a:p>
            <a:pPr/>
            <a:r>
              <a:t>会话令牌 JWT 化：多节点内核共享验证</a:t>
            </a:r>
          </a:p>
          <a:p>
            <a:pPr/>
            <a:r>
              <a:t>灰度策略：按 data_topic / entity_type 的 ABAC/RBAC 策略插件</a:t>
            </a:r>
          </a:p>
          <a:p>
            <a:pPr/>
            <a:r>
              <a:t>更强的不可抵赖：把关键 RecordHash 锚定到区块链/第三方时间戳服务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